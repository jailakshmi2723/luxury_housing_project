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6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15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56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355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08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07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3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9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23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1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06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6B94D-B029-49C7-A517-3C078539BA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346940C-6335-4FC3-BA0E-4CDBB444583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47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EFDA-20D7-4C69-D285-DF0743BB46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Luxury Housing Sales Analysis – Bengaluru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CBD8D-196B-CF50-5B12-83EC50E37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Project Explanation Summary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55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3423-F6EF-21DC-1453-C017726A0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8772-9E08-0D29-AB48-83552760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main objective of this project is to analyze luxury housing sales data in Bengaluru and identify: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top-performing developers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revenue micro markets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buyer behavior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sales trends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property demand patterns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(SQLite)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 BI.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111FD-98D8-0940-E1EF-569A06B4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49" y="2652333"/>
            <a:ext cx="5435571" cy="191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0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E503-8E67-1DC6-3928-847771CA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Set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A4C7-6DA5-1069-B215-4B477C0C3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dataset contains: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property details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developer information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pricing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buyer type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amenities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traffic score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connectivity score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sales channels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quarterly sales data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Total records – 101000 rows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48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2975-C2CC-9694-192F-C38404F08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7555-F3D9-53F9-BFC2-F29AC535C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 used Pandas for date pre-processing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Cleaning steps: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checked missing values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removed invalid values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handled null records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converted data types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cleaned price column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treated outliers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 -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df.isnull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().sum()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df.describe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C2FC1-117F-79F1-E5B4-84E669D72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35" y="2199769"/>
            <a:ext cx="3923444" cy="300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77506-4265-2DCE-45B7-C8BE1776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043D-CA31-55C8-198E-3600924E4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New columns were created to improve analysis.</a:t>
            </a:r>
          </a:p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Property_Category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Traffic_Category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Amenity_Category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NRI_Flag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b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to make raw data easier for business analysis and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08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0B36-C157-11E8-6353-142006E8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7291-F4CA-303A-7121-4A183EC5C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63276"/>
          </a:xfrm>
        </p:spPr>
        <p:txBody>
          <a:bodyPr>
            <a:normAutofit fontScale="25000" lnSpcReduction="20000"/>
          </a:bodyPr>
          <a:lstStyle/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Matplotlib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Seaborn to identify patterns and trends.</a:t>
            </a:r>
          </a:p>
          <a:p>
            <a:r>
              <a:rPr lang="en-US" sz="5600" b="1" dirty="0">
                <a:latin typeface="Arial" panose="020B0604020202020204" pitchFamily="34" charset="0"/>
                <a:cs typeface="Arial" panose="020B0604020202020204" pitchFamily="34" charset="0"/>
              </a:rPr>
              <a:t>Analysis Performed: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top developers by revenue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configuration demand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micro market performance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buyer distribution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quarterly sales trend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traffic vs pricing analysis 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to extract meaningful business insights from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3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0F26-6DB5-1CCE-87E2-9FA7D033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Integration (SQLite)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3BAE1-42AB-87BF-5B9B-E4478DE7E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 integrated SQLite database using Python.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created SQLite connection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stored cleaned dataset into SQL table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executed SQL queries for analysis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simulate real-world database storage and querying process.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33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1458-3BC3-B235-A678-B34DDA18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4A36C-06D8-CE4C-7CB5-2D0A35155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Created an interactive dashboard using Power BI.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Dashboard Includes: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developer revenue analysis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configuration demand pie chart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quarter-wise sales trend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NRI buyer analysis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micro market revenue analysis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slicers for filtering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visualize insights interactively for business users.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775C93-58C6-BD96-E2EC-518E2CB2B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706" y="2356243"/>
            <a:ext cx="5237136" cy="255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13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D6B3-0078-892A-4FDC-1A3908E2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2A525-2814-B41A-CA0D-DFB8E7BF1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important findings: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certain developers generated higher revenue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specific micro markets had stronger sales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3BHK/4BHK configurations showed high demand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NRI buyers contributed significantly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sales varied across quarters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54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DFBE-9801-9536-1DA5-22DCC077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6C006-3986-4EA1-3339-D31CA2BAF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project demonstrates: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end-to-end data analytics workflow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ETL process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SQL integration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dashboard reporting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business insight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7923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</TotalTime>
  <Words>342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Luxury Housing Sales Analysis – Bengaluru </vt:lpstr>
      <vt:lpstr>Project Objective</vt:lpstr>
      <vt:lpstr>Data Set understanding</vt:lpstr>
      <vt:lpstr>Data cleaning</vt:lpstr>
      <vt:lpstr>Feature Engineering</vt:lpstr>
      <vt:lpstr>Exploratory Data Analysis (EDA)</vt:lpstr>
      <vt:lpstr>SQL Integration (SQLite)</vt:lpstr>
      <vt:lpstr>Power BI Dashboard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RP sarath</dc:creator>
  <cp:lastModifiedBy>RP sarath</cp:lastModifiedBy>
  <cp:revision>1</cp:revision>
  <dcterms:created xsi:type="dcterms:W3CDTF">2026-05-22T07:30:04Z</dcterms:created>
  <dcterms:modified xsi:type="dcterms:W3CDTF">2026-05-22T07:47:04Z</dcterms:modified>
</cp:coreProperties>
</file>